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25</c:v>
                </c:pt>
                <c:pt idx="2">
                  <c:v>39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A-4948-AFD7-BD46AA62EA8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48</c:v>
                </c:pt>
                <c:pt idx="2">
                  <c:v>54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EB-4E41-8CEA-55922DA3B9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</c:v>
                </c:pt>
                <c:pt idx="1">
                  <c:v>39</c:v>
                </c:pt>
                <c:pt idx="2">
                  <c:v>20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EB-4E41-8CEA-55922DA3B9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</c:v>
                </c:pt>
                <c:pt idx="1">
                  <c:v>15</c:v>
                </c:pt>
                <c:pt idx="2">
                  <c:v>78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EB-4E41-8CEA-55922DA3B9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01219007"/>
        <c:axId val="739983791"/>
      </c:barChart>
      <c:catAx>
        <c:axId val="1201219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9983791"/>
        <c:crosses val="autoZero"/>
        <c:auto val="1"/>
        <c:lblAlgn val="ctr"/>
        <c:lblOffset val="100"/>
        <c:noMultiLvlLbl val="0"/>
      </c:catAx>
      <c:valAx>
        <c:axId val="73998379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0121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D1-4920-AA9A-3DD28344BE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D1-4920-AA9A-3DD28344BE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D1-4920-AA9A-3DD28344B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3940799"/>
        <c:axId val="1361991951"/>
      </c:lineChart>
      <c:catAx>
        <c:axId val="136394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1991951"/>
        <c:crosses val="autoZero"/>
        <c:auto val="1"/>
        <c:lblAlgn val="ctr"/>
        <c:lblOffset val="100"/>
        <c:noMultiLvlLbl val="0"/>
      </c:catAx>
      <c:valAx>
        <c:axId val="1361991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940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76F0C-60E7-493D-9BF3-13EB9656A59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D18ED-64BE-43E2-A918-7E3287228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72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F1B7-799B-5DA0-FCFD-A4B3A5180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E711C-BF14-170F-E852-228CC9202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7A5E3-54F4-DFC2-CE93-38A102C9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4F80F-A270-FDED-FA2C-862FA831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ADE36-49AF-A274-2523-8FF4DDB6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31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FB45-41A6-0C4B-D909-40634427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0D14-D90E-1E26-3B11-B859B5D0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8DFF-05AC-3CA9-44CC-52C86681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7932-F56B-8D08-F135-6FCA6B1E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85F6F-295D-8C2A-E9A5-664E7A23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18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D42A-6E2F-F71C-6BEF-694871FA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0DD42-DB56-068F-EE11-CB652FDA5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835A3-EADA-2322-B5F8-A05C0939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AEDC5-5F5C-789C-CE63-F4FB91C3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B8D47-DD23-A992-65D1-A3B67F6C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BC3E-ADAC-BFBB-EB4C-AE8C64ED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06FFC-A246-4C6A-72A0-D353D9B4E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CA98F-1D1D-8830-C809-BB3A8EF37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3637C-B9E4-3429-A5E0-06400FC1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349AD-0A93-64D4-834E-58589E3B5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1D84F-61E0-B3FB-8A82-AF816666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24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AE40-5065-365F-47D3-353A116D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F7C50-7843-A009-D36A-7821C5FB3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765AE-CA81-9D94-7B65-99253FB2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F7C86-4008-BDE7-D49D-CC49DF24B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9F597-91C0-CF82-D02C-7C972F9B8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1CCEC-7F58-D6BB-F43F-88A2657C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284BE-D18E-7089-BA35-4F8BB0E9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BF161-F80E-386B-6ADB-473C9718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44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559E-394B-80D2-ADA0-AA9A0BAA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08E1-0428-2E35-FB95-BA46193A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6BB13-BC24-0DF1-F25B-46C7081C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28D05-CE4E-70A8-FD6E-F4B3AF89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01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30B51-B7F3-ACF3-C750-770DC780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A4A34-C9C2-3E56-306A-2A2055C3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B43D3-5A91-1A29-F83D-A82AA1B1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2390-B9D1-C812-F9F2-B6B90EDD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B225-1168-95AB-CB31-2E95D1573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25F31-7D40-BC23-DA9E-203743AC8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7E926-E1D8-DC80-8156-55D0C914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6D70D-11C2-C2ED-50F4-D0936704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E7925-D1FB-F682-C37F-AEA1567E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4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8887-797F-1FD0-E291-CBB498F2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79468-B29C-291B-62C8-3E4D3515B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18A4E-6B69-49AC-E318-F5B5F984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37975-8779-1487-B797-C4611ECC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58042-D766-E799-8BB6-4EB40B87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778B2-E0BC-F186-EF83-88B7E749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60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4067-9AE4-CB27-53CF-D75CEB10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90691-487F-B7B8-C944-315AC7D0C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F583-B8F7-0355-9848-B42B11F0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E4524-CBD8-CF64-3493-7230E944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66E61-91FA-8C59-192A-9C22D951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5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65F01-C522-9DBC-D02E-99B9B29FA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2C568-DA26-B967-1B02-783974CC6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C3A5-4D85-B517-2C01-DF78A9DA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814E-A2C9-B960-B5EF-CC2671FC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D41C-2E65-C70E-19F1-8F84131A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BFA76-2E4F-B976-D725-04086BE1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417B-70F8-B32C-64A2-1EB08FE62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9C92-6509-9905-8B23-DC3F26D80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25-09-2026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8DF5-BA8E-C5B9-838C-687CC2C03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data charts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38131-7143-4476-4F85-0A6C02B2C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B700E-DD78-4FCB-AA7A-0DE500D0C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4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7B6F45-C94F-AA77-EAD2-0D8FFE13E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2126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D724B-372B-62BA-03F3-72301B81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3A7B-A624-B203-9F85-7727461F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69C00-C504-53A7-4428-31791511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5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FAA49D3-9886-B260-27A3-ED5F68CBD8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24109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5E5DA-EC34-AFD2-26D3-49E9B938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1AE78-896B-C10D-BEEB-C0B1809C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76A6C-8F4B-3159-8A34-49D6A2D1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66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4C1B36-F718-EDEE-8971-451FB6209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99396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696F5-9ABD-25F8-72AB-90FD81CA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06D31-9773-E06E-CD76-F14B8A8C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charts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CF216-2709-D897-99A6-331D9A21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700E-DD78-4FCB-AA7A-0DE500D0C25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306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AGHARA</dc:creator>
  <cp:lastModifiedBy>ASHOK AGHARA</cp:lastModifiedBy>
  <cp:revision>1</cp:revision>
  <dcterms:created xsi:type="dcterms:W3CDTF">2026-09-25T07:11:48Z</dcterms:created>
  <dcterms:modified xsi:type="dcterms:W3CDTF">2026-09-25T07:21:48Z</dcterms:modified>
</cp:coreProperties>
</file>